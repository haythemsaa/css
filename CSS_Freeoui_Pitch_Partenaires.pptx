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APPLICATION CSS &amp; SOCIOS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</a:defRPr>
            </a:pPr>
            <a:r>
              <a:t>Système Freeoui - Partenariat Gagnant-Gagnant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🎯 QU'EST-CE QUE LE SYSTÈME FREEOUI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• Plateforme d'avantages et réductions pour les membres CSS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• 50+ partenaires commerciaux (restaurants, hôtels, boutiques...)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• Réductions exclusives : 15-30% pour Premium, 20-40% pour Socios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• Génération de codes QR/promo en temps réel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• Tracking intelligent des utilisations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• Nouvelle source de revenus majeure pour le club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⚙️ COMMENT ÇA FONCTIONNE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1️⃣ Le membre consulte la liste des partenaires dans l'app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2️⃣ Il sélectionne le partenaire et génère un code de réduction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3️⃣ Le code QR est valable 15 minutes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4️⃣ Il présente le code en caisse chez le partenaire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5️⃣ Le partenaire scanne et valide la réduction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6️⃣ Le club perçoit une commission de 5-15% sur la transaction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🤝 AVANTAGES POUR VOUS, PARTENAIRE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Visibilité auprès de 10,000+ supporters passionnés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Acquisition de nouveaux clients qualifiés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Statistiques détaillées de performance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Fidélisation par l'association au CSS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Interface simple de validation des codes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Paiement mensuel automatique des commissions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Support marketing (posts réseaux sociaux, stories...)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🏪 CATÉGORIES DE PARTENAIRES RECHERCHÉS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🍽️ Restauration : Restaurants, Cafés, Fast-food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🏨 Hôtellerie : Hôtels, Maisons d'hôtes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💪 Sport &amp; Bien-être : Salles de sport, Spas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🛍️ Shopping : Mode, Électronique, Supermarchés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🎭 Loisirs : Cinémas, Parcs, Événements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🚗 Services : Garages, Coiffeurs, Agences de voyage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📚 Éducation : Cours, Formations, Langues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💡 OFFRES FLEXIBLES PROPOSÉES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📊 Réduction standard permanente (ex: -15% toute l'année)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⚡ Offres Flash ponctuelles (ex: -40% pendant 3 jours)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🎄 Offres saisonnières (Ramadan, Été, Rentrée...)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⏰ Happy Hours (ex: -30% de 12h à 15h)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🎁 Cashback (ex: 10% de cashback en points)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🔥 Offres limitées en stock (créer l'urgence)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👥 Offres exclusives Socios uniquement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💰 PROJECTIONS FINANCIÈRES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📈 Année 1 : 50 partenaires × 100 utilisations/mois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→ 5,000 transactions/mois × 50 TND = 250,000 TND/mois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→ Commission 8% = 20,000 TND/mois pour le club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📈 Année 2 : 150 partenaires × 200 utilisations/mois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→ 30,000 transactions/mois × 50 TND = 1,500,000 TND/mois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→ Commission 8% = 120,000 TND/mois pour le club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🎯 Objectif An 3 : 3,630,000 TND/an de revenus club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📦 PACKAGES PARTENAIRES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🥉 PACKAGE BRONZE : 1,500 TND/an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Listing dans l'application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Logo et informations de base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🥈 PACKAGE ARGENT : 2,500 TND/an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Tout Bronze + Mise en avant 2× par mois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Post réseaux sociaux mensuel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🥇 PACKAGE OR : 4,000 TND/an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Tout Argent + Position en tête de catégorie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Bannière homepage 1× par mois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• Campagne email dédiée trimestrielle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🖥️ SUPPORT TECHNIQUE INCLUS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Interface web partenaire pour valider les codes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Application mobile de validation (iOS/Android)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Dashboard analytics en temps réel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Formation initiale gratuite (1h)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Support technique 7j/7 par email/WhatsApp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Mises à jour régulières de la plateforme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✅ Export Excel mensuel des transactions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💬 TÉMOIGNAGES DE PARTENAIRES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"Depuis notre partenariat avec le CSS, nous avons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accueilli 150+ nouveaux clients en 3 mois !"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— Restaurant La Médina, Sfax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"L'application est simple et les supporters CSS sont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des clients fidèles et respectueux."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— Hotel Thyna, Sfax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"Le système de validation est rapide, aucun problème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technique en 6 mois d'utilisation."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— FitnessZone, Sfax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📝 COMMENT DEVENIR PARTENAIRE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1️⃣ Contactez-nous : partenariats@css-socios.tn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   📞 WhatsApp : +216 XX XXX XXX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2️⃣ Rencontre pour définir votre offre (gratuit)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3️⃣ Signature du contrat et setup technique (48h)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4️⃣ Formation de votre équipe (1h)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5️⃣ Lancement : Vous apparaissez dans l'app !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⏱️ Durée totale du processus : 1 semaine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✅ NOS GARANTIES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🔒 Aucun frais caché - Prix transparent dès le départ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📊 Reporting mensuel détaillé de votre performance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💳 Paiements des commissions dans les 15 jours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🚀 Mise en avant lors de votre lancement (1 mois gratuit)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📞 Support réactif 7j/7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⚖️ Contrat résiliable à tout moment (préavis 30 jours)</a:t>
            </a:r>
          </a:p>
          <a:p>
            <a:pPr>
              <a:spcBef>
                <a:spcPts val="1200"/>
              </a:spcBef>
              <a:defRPr sz="1800">
                <a:solidFill>
                  <a:srgbClr val="000000"/>
                </a:solidFill>
              </a:defRPr>
            </a:pPr>
            <a:r>
              <a:t>🎁 Premier mois OFFERT pour les 10 premiers partenaires !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REJOIGNEZ L'AVENTURE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D4AF37"/>
                </a:solidFill>
              </a:defRPr>
            </a:pPr>
            <a:r>
              <a:t>Contactez-nous dès aujourd'hui : partenariats@css-socios.tn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📧 Email : partenariats@css-socios.tn</a:t>
            </a:r>
          </a:p>
          <a:p>
            <a:pPr algn="ctr">
              <a:spcBef>
                <a:spcPts val="800"/>
              </a:spcBef>
              <a:defRPr sz="2400">
                <a:solidFill>
                  <a:srgbClr val="D4AF37"/>
                </a:solidFill>
              </a:defRPr>
            </a:pP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📞 Téléphone : +216 XX XXX XXX</a:t>
            </a:r>
          </a:p>
          <a:p>
            <a:pPr algn="ctr">
              <a:spcBef>
                <a:spcPts val="800"/>
              </a:spcBef>
              <a:defRPr sz="2400">
                <a:solidFill>
                  <a:srgbClr val="D4AF37"/>
                </a:solidFill>
              </a:defRPr>
            </a:pP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📍 Adresse : Stade Taïeb Mhiri, Sfax</a:t>
            </a:r>
          </a:p>
          <a:p>
            <a:pPr algn="ctr">
              <a:spcBef>
                <a:spcPts val="800"/>
              </a:spcBef>
              <a:defRPr sz="2400">
                <a:solidFill>
                  <a:srgbClr val="D4AF37"/>
                </a:solidFill>
              </a:defRPr>
            </a:pP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🌐 Web : www.css-socios.tn</a:t>
            </a:r>
          </a:p>
          <a:p>
            <a:pPr algn="ctr">
              <a:spcBef>
                <a:spcPts val="800"/>
              </a:spcBef>
              <a:defRPr sz="2400">
                <a:solidFill>
                  <a:srgbClr val="D4AF37"/>
                </a:solidFill>
              </a:defRPr>
            </a:pPr>
          </a:p>
          <a:p>
            <a:pPr algn="ctr">
              <a:spcBef>
                <a:spcPts val="800"/>
              </a:spcBef>
              <a:defRPr sz="2400">
                <a:solidFill>
                  <a:srgbClr val="FFFFFF"/>
                </a:solidFill>
              </a:defRPr>
            </a:pPr>
            <a:r>
              <a:t>📱 Facebook : /ClubSportifSfaxien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